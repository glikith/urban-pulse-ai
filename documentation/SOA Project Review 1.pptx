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9487292_Multi-Agent_Traffic_Management_System_for_Emergency_Vehic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arxiv.org/pdf/2107.08167" TargetMode="External"/><Relationship Id="rId4" Type="http://schemas.openxmlformats.org/officeDocument/2006/relationships/hyperlink" Target="https://www.springerprofessional.de/an-intelligent-multi-agent-system-for-urban-traffic-signal-contr/5191514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68837"/>
              </p:ext>
            </p:extLst>
          </p:nvPr>
        </p:nvGraphicFramePr>
        <p:xfrm>
          <a:off x="8302757" y="5126325"/>
          <a:ext cx="3889243" cy="1091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9243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0912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 Likith – 2420030056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 Samhitha – 2420030597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 Akshaya – 2420030438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181816" y="4962696"/>
            <a:ext cx="241882" cy="260682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01932"/>
              </p:ext>
            </p:extLst>
          </p:nvPr>
        </p:nvGraphicFramePr>
        <p:xfrm>
          <a:off x="-797582" y="4955459"/>
          <a:ext cx="6200774" cy="1528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01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757755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52890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517234" y="4799058"/>
            <a:ext cx="241882" cy="260682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UrbanPulse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AI: An Agentic Service Oriented Framework for Autonomous Emergency Routing and Smart City Grid Management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258130" y="247475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384323" y="1504414"/>
            <a:ext cx="7597877" cy="4023802"/>
            <a:chOff x="1929643" y="1656655"/>
            <a:chExt cx="5756140" cy="348943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2" y="3216971"/>
              <a:ext cx="4267376" cy="83279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Research Gap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7575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Innovation and Novelty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81316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Feasibility and Project Plan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2035" y="2773626"/>
              <a:ext cx="4002602" cy="43955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637737"/>
              </p:ext>
            </p:extLst>
          </p:nvPr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69773" y="386864"/>
            <a:ext cx="4097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0CC576-E1B9-FF27-667A-2A3FB60D194D}"/>
              </a:ext>
            </a:extLst>
          </p:cNvPr>
          <p:cNvSpPr txBox="1"/>
          <p:nvPr/>
        </p:nvSpPr>
        <p:spPr>
          <a:xfrm>
            <a:off x="786579" y="1443841"/>
            <a:ext cx="106188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800" dirty="0">
                <a:cs typeface="Times New Roman" panose="02020603050405020304" pitchFamily="18" charset="0"/>
              </a:rPr>
              <a:t>Urban traffic congestion creates severe bottlenecks for emergency vehicles, leading to critical delays in healthcare and civic responses.</a:t>
            </a:r>
          </a:p>
          <a:p>
            <a:pPr lvl="0" algn="just"/>
            <a:endParaRPr lang="en-IN" sz="2800" dirty="0">
              <a:cs typeface="Times New Roman" panose="02020603050405020304" pitchFamily="18" charset="0"/>
            </a:endParaRPr>
          </a:p>
          <a:p>
            <a:pPr lvl="0" algn="just"/>
            <a:r>
              <a:rPr lang="en-IN" sz="2800" dirty="0">
                <a:cs typeface="Times New Roman" panose="02020603050405020304" pitchFamily="18" charset="0"/>
              </a:rPr>
              <a:t>Traditional, static traffic light systems lack real-time adaptability, and manual dispatcher overrides are prone to high latency and human error.</a:t>
            </a:r>
          </a:p>
          <a:p>
            <a:pPr lvl="0" algn="just"/>
            <a:endParaRPr lang="en-IN" sz="2800" dirty="0">
              <a:cs typeface="Times New Roman" panose="02020603050405020304" pitchFamily="18" charset="0"/>
            </a:endParaRPr>
          </a:p>
          <a:p>
            <a:pPr lvl="0" algn="just"/>
            <a:r>
              <a:rPr lang="en-IN" sz="2800" dirty="0">
                <a:cs typeface="Times New Roman" panose="02020603050405020304" pitchFamily="18" charset="0"/>
              </a:rPr>
              <a:t>Furthermore, existing monolithic traffic management systems operate in isolated silos, lacking the scalable microservices architecture required to deploy autonomous AI systems across modern smart cities.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4876799" y="431859"/>
            <a:ext cx="243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4A349E-0D8C-0556-62D4-A84D01914219}"/>
              </a:ext>
            </a:extLst>
          </p:cNvPr>
          <p:cNvSpPr txBox="1"/>
          <p:nvPr/>
        </p:nvSpPr>
        <p:spPr>
          <a:xfrm>
            <a:off x="956186" y="1489586"/>
            <a:ext cx="102796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To design a decoupled, Service-Oriented Architecture (SOA) framework tailored specifically for high-speed, autonomous emergency vehicle routing.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To implement a multi-agent AI system that negotiates real-time traffic signal preemption and grid management without human intervention.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To reduce emergency vehicle response times by dynamically calculating optimal routing paths using continuous, synthetic live traffic data.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To ensure municipal transparency and accountability by integrating Explainable AI (XAI) for all automated traffic grid alterations.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744182"/>
              </p:ext>
            </p:extLst>
          </p:nvPr>
        </p:nvGraphicFramePr>
        <p:xfrm>
          <a:off x="274644" y="1106129"/>
          <a:ext cx="11642705" cy="52565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132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76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300" dirty="0"/>
                        <a:t>M. El </a:t>
                      </a:r>
                      <a:r>
                        <a:rPr lang="en-IN" sz="1300" dirty="0" err="1"/>
                        <a:t>Khaili</a:t>
                      </a:r>
                      <a:r>
                        <a:rPr lang="en-IN" sz="1300" dirty="0"/>
                        <a:t> et al.</a:t>
                      </a:r>
                      <a:endParaRPr lang="en-IN" sz="13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dirty="0">
                          <a:hlinkClick r:id="rId3"/>
                        </a:rPr>
                        <a:t>Multi-Agent Traffic Management System for Emergency Vehicle (ResearchGate, 2022)</a:t>
                      </a:r>
                      <a:endParaRPr lang="en-IN" sz="13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/>
                        <a:t>Integration of Radio Frequency Identification (RFID) technologies with Multi-Agent Systems (MAS) for prioritizing emergency vehicles.</a:t>
                      </a:r>
                      <a:endParaRPr lang="en-US" sz="13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/>
                        <a:t>The study proves that MAS can enhance traffic management by successfully prioritizing emergency vehicles for quicker response times compared to traditional fixed-sequence lights.</a:t>
                      </a:r>
                      <a:endParaRPr lang="en-US" sz="13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The framework lacks dynamic, context-aware routing using modern Large Language Models (LLMs) and relies heavily on physical sensors rather than intelligent predictive AI.</a:t>
                      </a:r>
                      <a:endParaRPr lang="en-US" sz="13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7350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Hien Hieu Leet al.</a:t>
                      </a:r>
                      <a:endParaRPr lang="en-IN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dirty="0">
                          <a:hlinkClick r:id="rId4"/>
                        </a:rPr>
                        <a:t>An Intelligent Multi-agent System for Urban Traffic Signal Control Leveraging Reinforcement Learning and Graph Neural Networks</a:t>
                      </a:r>
                      <a:endParaRPr lang="en-IN" sz="13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Integrates Graph Neural Networks (GNNs) with a Soft Actor-Critic (SAC) algorithm under a Centralized Training with Decentralized Execution (CTDE) paradigm, treating each intersection as an agent optimizing phases based on </a:t>
                      </a:r>
                      <a:r>
                        <a:rPr lang="en-IN" sz="1300" dirty="0" err="1"/>
                        <a:t>neighborhood</a:t>
                      </a:r>
                      <a:r>
                        <a:rPr lang="en-IN" sz="1300" dirty="0"/>
                        <a:t> context.</a:t>
                      </a:r>
                      <a:endParaRPr lang="en-US" sz="13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Demonstrates massive potential for adaptive and coordinated control, reducing average travel time by 87.3% and vehicle waiting time by 98.2% compared to standard fixed-time baselines.</a:t>
                      </a:r>
                      <a:endParaRPr lang="en-US" sz="13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The reward function is heavily skewed toward global traffic throughput and public transport, lacking explicit Multi-Agent reasoning dedicated to emergency vehicle preemption and XAI transparency.</a:t>
                      </a:r>
                      <a:endParaRPr lang="en-US" sz="13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68862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300" dirty="0"/>
                        <a:t>Subash </a:t>
                      </a:r>
                      <a:r>
                        <a:rPr lang="en-IN" sz="1300" dirty="0" err="1"/>
                        <a:t>Humagain</a:t>
                      </a:r>
                      <a:r>
                        <a:rPr lang="en-IN" sz="1300" dirty="0"/>
                        <a:t> et al.</a:t>
                      </a:r>
                      <a:endParaRPr lang="en-IN" sz="13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dirty="0">
                          <a:hlinkClick r:id="rId5"/>
                        </a:rPr>
                        <a:t>Routing Autonomous Emergency Vehicles in Smart Cities Using Real Time Systems Analogy</a:t>
                      </a:r>
                      <a:endParaRPr lang="en-IN" sz="13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Proposes routing autonomous emergency vehicles (AEVs) by treating the smart city traffic grid analogously to task scheduling in a Mixed-Criticality Real-Time System (MCRTS), utilizing V2X (vehicle-to-everything) connectivity.</a:t>
                      </a:r>
                      <a:endParaRPr lang="en-US" sz="13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Using dynamic MCRTS scheduling algorithms allows the system to factor in real-time traffic data, ensuring emergency vehicles meet strict timing and safety constraints through complex road networks.</a:t>
                      </a:r>
                      <a:endParaRPr lang="en-US" sz="13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300" dirty="0"/>
                        <a:t>The framework assumes a fully matured smart city where emergency vehicles are entirely autonomous (AEVs) with flawless V2X connectivity, making it difficult to implement in transitional cities using human-driven emergency fleets.</a:t>
                      </a:r>
                      <a:endParaRPr lang="en-US" sz="13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12202" y="311275"/>
            <a:ext cx="3167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+mj-lt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32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57831" y="3765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5DB749-D03A-37DE-2898-4401E586A62C}"/>
              </a:ext>
            </a:extLst>
          </p:cNvPr>
          <p:cNvSpPr txBox="1"/>
          <p:nvPr/>
        </p:nvSpPr>
        <p:spPr>
          <a:xfrm>
            <a:off x="1061883" y="1423269"/>
            <a:ext cx="1008789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Current traffic management systems typically address emergency routing or adaptive </a:t>
            </a:r>
            <a:r>
              <a:rPr lang="en-IN" sz="2400" dirty="0" err="1"/>
              <a:t>signaling</a:t>
            </a:r>
            <a:r>
              <a:rPr lang="en-IN" sz="2400" dirty="0"/>
              <a:t> in isolation, lacking a unified ecosystem.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Existing solutions rarely implement distributed microservices (SOA), making them unscalable for processing city-wide IoT data.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While reinforcement learning models adjust traffic lights dynamically, they fail to provide Explainable AI (XAI) reasoning for their actions, which is required for civic accountability.</a:t>
            </a:r>
          </a:p>
          <a:p>
            <a:pPr lvl="0" algn="just"/>
            <a:endParaRPr lang="en-IN" sz="2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There is a lack of integration of agentic LLMs capable of autonomous, multi-agent negotiation for predicting and </a:t>
            </a:r>
            <a:r>
              <a:rPr lang="en-IN" sz="2400" dirty="0" err="1"/>
              <a:t>preempting</a:t>
            </a:r>
            <a:r>
              <a:rPr lang="en-IN" sz="2400" dirty="0"/>
              <a:t> secondary congestion bottlenecks.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2645053" y="311275"/>
            <a:ext cx="6833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8DAE81-8B77-13CA-F703-ABF75D335E06}"/>
              </a:ext>
            </a:extLst>
          </p:cNvPr>
          <p:cNvSpPr txBox="1"/>
          <p:nvPr/>
        </p:nvSpPr>
        <p:spPr>
          <a:xfrm>
            <a:off x="1194619" y="1563329"/>
            <a:ext cx="97339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400" b="1" dirty="0"/>
              <a:t>Multi-Agent Signal Preemption:</a:t>
            </a:r>
            <a:r>
              <a:rPr lang="en-IN" sz="2400" dirty="0"/>
              <a:t> Uses an autonomous negotiation framework where specialized AI agents dynamically coordinate to create continuous green corridors without dispatcher intervention.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b="1" dirty="0"/>
              <a:t>Explainable Civic AI (XAI):</a:t>
            </a:r>
            <a:r>
              <a:rPr lang="en-IN" sz="2400" dirty="0"/>
              <a:t> Ensures every automated change to the city traffic grid generates a transparent, human-readable justification for municipal records.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b="1" dirty="0"/>
              <a:t>Hyperlocal Bottleneck Preemption:</a:t>
            </a:r>
            <a:r>
              <a:rPr lang="en-IN" sz="2400" dirty="0"/>
              <a:t> Deploys a decoupled microservices architecture utilizing event streaming to preemptively adjust adjacent traffic grids before secondary congestion ripples occur.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868560" y="311275"/>
            <a:ext cx="645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A1AC09-61B9-ACB5-D935-D2B64B80D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44" y="1662979"/>
            <a:ext cx="10832911" cy="353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747</Words>
  <Application>Microsoft Office PowerPoint</Application>
  <PresentationFormat>Widescreen</PresentationFormat>
  <Paragraphs>86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Likith Gummadi</cp:lastModifiedBy>
  <cp:revision>33</cp:revision>
  <dcterms:created xsi:type="dcterms:W3CDTF">2026-08-08T06:33:56Z</dcterms:created>
  <dcterms:modified xsi:type="dcterms:W3CDTF">2026-08-19T17:21:44Z</dcterms:modified>
</cp:coreProperties>
</file>